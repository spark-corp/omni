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194560"/>
            <a:ext cx="27432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Calibri"/>
              </a:defRPr>
            </a:pPr>
            <a:r>
              <a:t>OMNI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64748B"/>
                </a:solidFill>
                <a:latin typeface="Calibri"/>
              </a:defRPr>
            </a:pPr>
            <a:r>
              <a:t>Le moteur de recherche du commerce de quartier en Afrique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B82F6"/>
                </a:solidFill>
                <a:latin typeface="Calibri"/>
              </a:defRPr>
            </a:pPr>
            <a:r>
              <a:t>Programme Innov'Action — Djanta Tech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Lomé, Togo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Le problème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Calibri"/>
              </a:defRPr>
            </a:pPr>
            <a:r>
              <a:t>La plupart des vendeurs et prestataires de services autour de toi 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❌  Ne sont PAS sur Google Maps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❌  Ne font PAS de contenu pour les réseaux sociaux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❌  Ne font PAS de publicité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✅  Ils existent, ils vendent, ils veulent des clients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Résultat : invisibles en ligne. Personne ne les cartographie.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La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3B82F6"/>
                </a:solidFill>
                <a:latin typeface="Calibri"/>
              </a:defRPr>
            </a:pPr>
            <a:r>
              <a:t>Omni va les cartographier.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Pas besoin que le vendeur fasse quoi que ce soit. L'équipe Omni va sur le terrain, rencontre chaque vendeur, enregistre son stand, ses produits, ses services.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C55E"/>
                </a:solidFill>
                <a:latin typeface="Calibri"/>
              </a:defRPr>
            </a:pPr>
            <a:r>
              <a:t>Quartier par quartier. Ville par ville. Pays par pays.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Comment ça marche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Calibri"/>
              </a:defRPr>
            </a:pPr>
            <a:r>
              <a:t>ACHETEUR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1. Ouvre Omni → Carte des vendeurs autour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2. Cherche par texte, voix ou photo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3. Voit qui a le produit, le prix, la distance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4. "Disponible ?" → OUI/NON → J'y vais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Calibri"/>
              </a:defRPr>
            </a:pPr>
            <a:r>
              <a:t>VENDEUR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6517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1. On le rencontre sur le terrain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2. On liste ses produits pour lui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3. Il reçoit les demandes (voix, texte)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4. Il répond OUI ou NON (même analphabète)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Zéro inscription. Zéro contenu à créer. On fait tout.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Le marché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B82F6"/>
                </a:solidFill>
                <a:latin typeface="Calibri"/>
              </a:defRPr>
            </a:pPr>
            <a:r>
              <a:t>$800 Mrd+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Commerce informel en Afrique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1031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B82F6"/>
                </a:solidFill>
                <a:latin typeface="Calibri"/>
              </a:defRPr>
            </a:pPr>
            <a:r>
              <a:t>100M+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Vendeurs non répertoriés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1031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3B82F6"/>
                </a:solidFill>
                <a:latin typeface="Calibri"/>
              </a:defRPr>
            </a:pPr>
            <a:r>
              <a:t>500M+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Acheteurs potentiels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Calibri"/>
              </a:defRPr>
            </a:pPr>
            <a:r>
              <a:t>Personne ne connecte ces deux mondes aujourd'hui.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Cible : 1 quartier (Bè, Lomé) → 1 ville → Ouest-Afrique → Continent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Calibri"/>
              </a:defRPr>
            </a:pPr>
            <a:r>
              <a:t>Google pour le commerce local.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Pas de paiement. Pas d'inventaire. Pas de logistique.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C55E"/>
                </a:solidFill>
                <a:latin typeface="Calibri"/>
              </a:defRPr>
            </a:pPr>
            <a:r>
              <a:t>Gratuit pour l'acheteur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Recherche et navigation illimitées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C55E"/>
                </a:solidFill>
                <a:latin typeface="Calibri"/>
              </a:defRPr>
            </a:pPr>
            <a:r>
              <a:t>Gratuit pour le vendeur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840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Visible dans les résultats de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B82F6"/>
                </a:solidFill>
                <a:latin typeface="Calibri"/>
              </a:defRPr>
            </a:pPr>
            <a:r>
              <a:t>Premium : 2 500 FCFA/mois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37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Apparaît en tête des résultats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Même modèle que Google, focus local.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Où on en 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✅  Carte interactive avec vendeurs localisés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✅  Recherche texte et vocale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✅  Itinéraire vers le vendeur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✅  Dashboard vendeur (online/offline)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✅  Base PostGIS (requêtes géographiques)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✅  Architecture zéro coût mensuel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Calibri"/>
              </a:defRPr>
            </a:pPr>
            <a:r>
              <a:t>Prochaine étape 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Descendre dans la rue, cartographier Bè, lancer la beta.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Pourquoi maintenant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B82F6"/>
                </a:solidFill>
                <a:latin typeface="Calibri"/>
              </a:defRPr>
            </a:pPr>
            <a:r>
              <a:t>80%+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des Africains ont un smartphone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1031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B82F6"/>
                </a:solidFill>
                <a:latin typeface="Calibri"/>
              </a:defRPr>
            </a:pPr>
            <a:r>
              <a:t>Mobile money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paiements digitaux normalisés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1031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B82F6"/>
                </a:solidFill>
                <a:latin typeface="Calibri"/>
              </a:defRPr>
            </a:pPr>
            <a:r>
              <a:t>Personne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743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ne cartographie le commerce de quartier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Le Togo investit dans le digital (Djanta Tech Hub, PANT). Nos premiers utilisateurs sont à 10 min du hub.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B82F6"/>
                </a:solidFill>
                <a:latin typeface="Calibri"/>
              </a:defRPr>
            </a:pPr>
            <a:r>
              <a:t>Personne ne fait ça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Google Maps → montre les magasins qui paient, pas les vendeurs de rue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Facebook Marketplace → demande de créer du contenu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Jumia / Wasoko → B2C/B2B, logistique lourde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WhatsApp → pas de découverte, pas de recherche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Omni est le premier à cartographier terrain les vendeurs invisibles.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Notre demande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Accompagnement structuré (mentorat technique et business)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Connexions stratégiques (opérateurs télécom, Africa's Talking)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Espace au hub pour travailler depuis Lomé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Fonds Start (~10M FCFA) pour financer les 3 premiers mois :</a:t>
            </a:r>
          </a:p>
          <a:p>
            <a:pPr>
              <a:spcAft>
                <a:spcPts val="6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   2 cartographes terrain, déplacements, communication locale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72 startups accompagnées entre juin 2026 et juillet 2027.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  <a:latin typeface="Calibri"/>
              </a:defRPr>
            </a:pPr>
            <a:r>
              <a:t>Nous voulons être l'une d'elles.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Dans 5 ans...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Tu arrives dans une nouvelle ville en Afrique</a:t>
            </a:r>
          </a:p>
          <a:p>
            <a:pPr>
              <a:spcAft>
                <a:spcPts val="6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Tu ouvres Omni</a:t>
            </a:r>
          </a:p>
          <a:p>
            <a:pPr>
              <a:spcAft>
                <a:spcPts val="6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Tu sais où trouver tout ce dont tu as besoin</a:t>
            </a:r>
          </a:p>
          <a:p>
            <a:pPr>
              <a:spcAft>
                <a:spcPts val="600"/>
              </a:spcAft>
              <a:defRPr sz="24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400">
                <a:solidFill>
                  <a:srgbClr val="FFFFFF"/>
                </a:solidFill>
                <a:latin typeface="Calibri"/>
              </a:defRPr>
            </a:pPr>
            <a:r>
              <a:t>Les vendeurs invisibles sont enfin visibles.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Calibri"/>
              </a:defRPr>
            </a:pPr>
            <a:r>
              <a:t>Omni = l'annuaire universel du commerce africain.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828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L'équipe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Calibri"/>
              </a:defRPr>
            </a:pPr>
            <a:r>
              <a:t>[Nom]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Terrain &amp; opérations — Connaissance du marché, relation vendeurs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  <a:latin typeface="Calibri"/>
              </a:defRPr>
            </a:pPr>
            <a:r>
              <a:t>[Nom]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Tech &amp; produit — Construction du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À compléter avec vos profils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194560"/>
            <a:ext cx="27432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Calibri"/>
              </a:defRPr>
            </a:pPr>
            <a:r>
              <a:t>OMNI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64748B"/>
                </a:solidFill>
                <a:latin typeface="Calibri"/>
              </a:defRPr>
            </a:pPr>
            <a:r>
              <a:t>Contactez-nous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B82F6"/>
                </a:solidFill>
                <a:latin typeface="Calibri"/>
              </a:defRPr>
            </a:pPr>
            <a:r>
              <a:t>Lomé, Togo  |  [votre email]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Calibri"/>
              </a:defRPr>
            </a:pPr>
            <a:r>
              <a:t>"Si le vendeur ne vient pas au numérique, le numérique va à lui."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